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31BCC-81FC-DCFE-7E7A-5A30CD740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E26724-02DA-B00E-05E8-5BA9DBAF9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9E630-2CCB-22C3-32C6-1DD19A728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FBA18-236A-4710-BB28-5D81209D133D}" type="datetimeFigureOut">
              <a:rPr lang="en-US" smtClean="0"/>
              <a:t>2026-05-31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DC4FE-A7DC-AB0F-EFCC-D263109D1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50B28-AA34-EA75-490F-9878EF0ED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52E1-489F-408E-A46F-B6A255345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66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388C5-66B3-685A-3ADB-4260BE1EC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C5BB2-3C90-C71C-2041-A6ED19603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1706E-4805-9E25-9C37-AD8481F19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FBA18-236A-4710-BB28-5D81209D133D}" type="datetimeFigureOut">
              <a:rPr lang="en-US" smtClean="0"/>
              <a:t>2026-05-31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A8F85-B943-81B9-C614-7829C404A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3C1E7-3423-E297-5694-1482C019F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52E1-489F-408E-A46F-B6A255345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591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24F8-3FC5-254B-5A66-EF502FBC7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DFA4C-45A8-CD49-F011-BE78C7CB3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79E71-0BFB-1F78-2815-FB30DCB17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FBA18-236A-4710-BB28-5D81209D133D}" type="datetimeFigureOut">
              <a:rPr lang="en-US" smtClean="0"/>
              <a:t>2026-05-31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6A5FA-DD9B-687C-CA0F-1471C9B02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61337-6717-2246-A81C-E8261A468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52E1-489F-408E-A46F-B6A255345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84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12B69-B6ED-898D-403E-859EEACF0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2DF80-B863-7C54-A2F3-DE3CC60C5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9E2356-7930-8B53-3B35-CC1312763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2E7F1-F1AB-7E0D-98F1-A394CA1F2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FBA18-236A-4710-BB28-5D81209D133D}" type="datetimeFigureOut">
              <a:rPr lang="en-US" smtClean="0"/>
              <a:t>2026-05-31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FF096-8A37-BF57-B397-C089128E5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B263F-C789-C543-FFCD-FE229CF49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52E1-489F-408E-A46F-B6A255345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18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0BC20-D41C-545E-CDBD-39598F7D7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E562F-290F-2DC4-D3E9-D27A349E9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E8701-B794-85C4-B9D3-84F22A5BA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2B2E42-6330-96FA-3BDB-562EA94961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37978C-5B40-6617-751D-96353F137D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0CF573-B593-777C-AD91-D8BD3C47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FBA18-236A-4710-BB28-5D81209D133D}" type="datetimeFigureOut">
              <a:rPr lang="en-US" smtClean="0"/>
              <a:t>2026-05-31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BD69C1-8EC1-B377-3C4D-62D1FC91B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5D0109-0B7A-E200-DEBA-54FF10D7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52E1-489F-408E-A46F-B6A255345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28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E2022-ADC6-E234-DCB7-DDB07807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418358-B8D8-7724-130A-BF9FD1177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FBA18-236A-4710-BB28-5D81209D133D}" type="datetimeFigureOut">
              <a:rPr lang="en-US" smtClean="0"/>
              <a:t>2026-05-31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03F872-D752-D118-D2E0-A528ABFF3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E2F478-055F-E49D-BF1A-910B700F6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52E1-489F-408E-A46F-B6A255345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5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C8670C-2273-3954-3AE4-15B9430EA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FBA18-236A-4710-BB28-5D81209D133D}" type="datetimeFigureOut">
              <a:rPr lang="en-US" smtClean="0"/>
              <a:t>2026-05-31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FF0AE0-418D-7BC7-D34C-099E8B097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4FDF3-74A6-806A-1EAA-586D9212B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52E1-489F-408E-A46F-B6A255345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60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9D678-F75A-DA53-AC9D-BC239CC9A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8B409-D417-A067-BA3B-24070D99A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5DDB5C-E5B8-A2E0-29AA-8A75F4509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067EE-CC54-A8DA-705E-4A7B2467F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FBA18-236A-4710-BB28-5D81209D133D}" type="datetimeFigureOut">
              <a:rPr lang="en-US" smtClean="0"/>
              <a:t>2026-05-31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6284C-C71A-AFB2-003A-97B0FB51F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8F19A-DA43-6091-4789-B1E6F5D43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52E1-489F-408E-A46F-B6A255345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672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12729-E240-2C39-26A9-9317E4CFF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1DD501-BB6A-43BE-BFEF-E1A812D1A1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A3A39-8831-69CD-78E4-565273A8C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B3060-03B7-D11A-E625-523167C38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FBA18-236A-4710-BB28-5D81209D133D}" type="datetimeFigureOut">
              <a:rPr lang="en-US" smtClean="0"/>
              <a:t>2026-05-31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472F4-D573-F083-1CB1-98885D3AD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B42F6-0F10-07BF-78C9-16551A10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52E1-489F-408E-A46F-B6A255345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1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EC3EB-47B2-E2D4-917A-373AFA8B9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818C4-9F77-9E11-9D94-3B4503AD5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74F1F-0473-A331-8F68-96843EA48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FBA18-236A-4710-BB28-5D81209D133D}" type="datetimeFigureOut">
              <a:rPr lang="en-US" smtClean="0"/>
              <a:t>2026-05-31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BCC26-5449-132B-4F6E-C07F81E0F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26629-A492-B1C7-F383-47F469939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52E1-489F-408E-A46F-B6A255345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621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55908F-02C2-C474-012E-4B39102809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64BDB-903B-C12B-0BD8-C87EB09F4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ED1D8-F32C-2887-CCBE-323B04EA8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FBA18-236A-4710-BB28-5D81209D133D}" type="datetimeFigureOut">
              <a:rPr lang="en-US" smtClean="0"/>
              <a:t>2026-05-31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3A02E-2A40-824B-670B-C4D3193B6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5E648-1D13-6F07-4A04-33B031468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52E1-489F-408E-A46F-B6A255345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19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49BE17-366A-962E-3DD4-7D27ED3DF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CADE1-B865-15FC-9D1C-026A7B4BE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2EBBC-8356-D76E-E131-E2E29514F0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FFBA18-236A-4710-BB28-5D81209D133D}" type="datetimeFigureOut">
              <a:rPr lang="en-US" smtClean="0"/>
              <a:t>2026-05-31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3CFB9-B017-180A-3B90-2693DD940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7C499-4793-9D06-D511-7ABC1B9939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852E1-489F-408E-A46F-B6A255345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82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68D6CE-6E61-9677-74A2-257DB7228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39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836B4-75ED-FA5B-B59E-D0BEE8771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0C0142-16A5-5C33-4F3A-D999D70C185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326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ED3880-39D5-43CF-8C9C-6A4A0BA27A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076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CA5008-587E-CA53-0E87-8F5D41B114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274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ahmed-saher@hotmail.com</dc:creator>
  <cp:lastModifiedBy>ahmed-saher@hotmail.com</cp:lastModifiedBy>
  <cp:revision>2</cp:revision>
  <dcterms:created xsi:type="dcterms:W3CDTF">2026-05-31T12:23:05Z</dcterms:created>
  <dcterms:modified xsi:type="dcterms:W3CDTF">2026-05-31T12:54:57Z</dcterms:modified>
</cp:coreProperties>
</file>