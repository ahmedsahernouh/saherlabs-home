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6" d="100"/>
          <a:sy n="96" d="100"/>
        </p:scale>
        <p:origin x="3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6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3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0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2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0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0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8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7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A45EF-1C7C-4162-854F-181347962143}" type="datetimeFigureOut">
              <a:rPr lang="en-US" smtClean="0"/>
              <a:t>2026-05-29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C3D9B-0398-4C11-80CF-BA0BFA102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A27CD-33DD-1DEE-50F2-8F196105F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6"/>
          <a:stretch>
            <a:fillRect/>
          </a:stretch>
        </p:blipFill>
        <p:spPr>
          <a:xfrm>
            <a:off x="976998" y="0"/>
            <a:ext cx="10238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5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3CD3CF-010A-59B9-04E0-ED3BC0E2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7" b="17755"/>
          <a:stretch>
            <a:fillRect/>
          </a:stretch>
        </p:blipFill>
        <p:spPr>
          <a:xfrm>
            <a:off x="1260909" y="0"/>
            <a:ext cx="10141819" cy="687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2EC5-32B6-93FD-CCDC-5CBC8225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13B5F6-0ECE-CFC9-A689-50E4635E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01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385C5-63F2-D8C0-C733-893DB705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3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6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92D2F-E851-7899-3D7C-3B0B850C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CE94C-D403-45E3-1770-2F5E6BD7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008" y="2098307"/>
            <a:ext cx="3560992" cy="47596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C64F40-FA23-3B5A-FB52-2723E2B36096}"/>
              </a:ext>
            </a:extLst>
          </p:cNvPr>
          <p:cNvSpPr/>
          <p:nvPr/>
        </p:nvSpPr>
        <p:spPr>
          <a:xfrm>
            <a:off x="3019245" y="5883215"/>
            <a:ext cx="1918515" cy="796718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1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Halliburton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Saher Nouh</dc:creator>
  <cp:lastModifiedBy>ahmed-saher@hotmail.com</cp:lastModifiedBy>
  <cp:revision>6</cp:revision>
  <dcterms:created xsi:type="dcterms:W3CDTF">2025-07-09T07:07:23Z</dcterms:created>
  <dcterms:modified xsi:type="dcterms:W3CDTF">2026-05-30T10:54:37Z</dcterms:modified>
</cp:coreProperties>
</file>